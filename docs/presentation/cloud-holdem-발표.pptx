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 COMPUTING PROJECT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HOLD'EM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ECS 기반 실시간 멀티플레이어 텍사스 홀덤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발표자: ___________   ·   2026.06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— 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4인 텍사스 홀덤 웹 게임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회원가입 없이 닉네임만으로 즉시 플레이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멀티플레이어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WebSocket 양방향 통신, 20초 턴 타이머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테이블 동시 운영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스택: Node.js(ws) + React + Redis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11112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343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발표의 초점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470916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게임을 AWS 위에서 어떻게 확장 가능하고 안정적으로 운영하는가 — 컨테이너 오케스트레이션, 상태 관리, 오토스케일링</a:t>
            </a:r>
            <a:endParaRPr lang="en-US" sz="1450" dirty="0"/>
          </a:p>
        </p:txBody>
      </p:sp>
      <p:pic>
        <p:nvPicPr>
          <p:cNvPr id="8" name="Image 0" descr="/home/dakori/github/cloud_holdem/docs/presentation/assets/lobb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63040"/>
            <a:ext cx="4937760" cy="42464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— REQUIREMENTS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서버의 인프라 요구사항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양방향 통신</a:t>
            </a:r>
            <a:pPr indent="0" marL="0">
              <a:lnSpc>
                <a:spcPct val="145000"/>
              </a:lnSpc>
              <a:buNone/>
            </a:pPr>
            <a:r>
              <a:rPr lang="en-US" sz="15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HTTP 폴링이 아닌 WebSocket, 연결이 오래 유지되어야 함</a:t>
            </a: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수평 확장</a:t>
            </a:r>
            <a:pPr indent="0" marL="0">
              <a:lnSpc>
                <a:spcPct val="145000"/>
              </a:lnSpc>
              <a:buNone/>
            </a:pPr>
            <a:r>
              <a:rPr lang="en-US" sz="15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동시 접속이 늘면 서버를 늘려야 함 (Auto Scaling)</a:t>
            </a: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서버 장애 ≠ 게임 증발</a:t>
            </a:r>
            <a:pPr indent="0" marL="0">
              <a:lnSpc>
                <a:spcPct val="145000"/>
              </a:lnSpc>
              <a:buNone/>
            </a:pPr>
            <a:r>
              <a:rPr lang="en-US" sz="15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어떤 서버가 죽어도 게임 상태는 보존</a:t>
            </a: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분산 환경의 일관성</a:t>
            </a:r>
            <a:pPr indent="0" marL="0">
              <a:lnSpc>
                <a:spcPct val="145000"/>
              </a:lnSpc>
              <a:buNone/>
            </a:pPr>
            <a:r>
              <a:rPr lang="en-US" sz="15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같은 게임의 4명이 다른 서버에 붙어도 동작</a:t>
            </a: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572000"/>
            <a:ext cx="10972800" cy="1645920"/>
          </a:xfrm>
          <a:prstGeom prst="roundRect">
            <a:avLst>
              <a:gd name="adj" fmla="val 6667"/>
            </a:avLst>
          </a:prstGeom>
          <a:solidFill>
            <a:srgbClr val="11112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설계 결정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507492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서버를 완전한 Stateless로 만들고, 게임 상태는 전부 ElastiCache Redis에 둔다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sticky session 불필요, 어느 컨테이너든 어느 플레이어든 처리 가능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—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아키텍처</a:t>
            </a:r>
            <a:endParaRPr lang="en-US" sz="3000" dirty="0"/>
          </a:p>
        </p:txBody>
      </p:sp>
      <p:pic>
        <p:nvPicPr>
          <p:cNvPr id="4" name="Image 0" descr="/home/dakori/github/cloud_holdem/docs/presentation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417320"/>
            <a:ext cx="10241280" cy="46817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— WHY ECS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ECS(EC2)인가 — EKS에서 전환한 이유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1112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 계획: EKS (Kubernetes)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9377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컨트롤 플레인 비용 $73/월 고정 (워커 노드와 별도)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학습 곡선: 매니페스트, Helm, IRSA…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게임 서버 2~4개에는 과한 복잡도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09360" y="164592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1112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전환: ECS on EC2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37960" y="2148840"/>
            <a:ext cx="49377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클러스터 관리 무료 — 컨테이너 비용만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ALB·ASG·CloudWatch와 네이티브 통합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Task Definition 하나로 배포 정의 끝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Fargate 대신 EC2 — 비용 절감 + ASG 직접 제어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교훈: 기술 선택은 "유행"이 아니라 규모와 팀에 맞는 복잡도로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— STATE MANAGEMENT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Stateless 서버 + ElastiCache Redis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5943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5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상태 전부 Redis에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카드, 팟, 턴, 타이머 deadline까지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5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Pub/Sub로 게임 이벤트 브로드캐스트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다른 태스크의 플레이어에게도 전달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5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Lua 스크립트로 원자적 업데이트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race condition 방어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5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턴 타이머: turn_deadline 1초 폴링 → 만료 시 auto-fold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766560" y="1645920"/>
            <a:ext cx="4846320" cy="3840480"/>
          </a:xfrm>
          <a:prstGeom prst="roundRect">
            <a:avLst>
              <a:gd name="adj" fmla="val 2857"/>
            </a:avLst>
          </a:prstGeom>
          <a:solidFill>
            <a:srgbClr val="11112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95160" y="17830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검증한 시나리오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95160" y="2148840"/>
            <a:ext cx="4389120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4명의 클라이언트가 ALB를 거쳐 서로 다른 ECS 태스크에 분산 접속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프리플랍부터 쇼다운까지 풀 게임 완주 ✓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 Redis 상태 공유와 크로스 인스턴스 Pub/Sub이 프로덕션에서 동작함을 증명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— 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컨테이너 배포 파이프라인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11112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Dockerfile</a:t>
            </a:r>
            <a:pPr algn="ctr" indent="0" marL="0">
              <a:buNone/>
            </a:pPr>
            <a:r>
              <a:rPr lang="en-US" sz="17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(node:20-alpine, 56MB)  →  </a:t>
            </a:r>
            <a:pPr algn="ctr" indent="0" marL="0">
              <a:buNone/>
            </a:pPr>
            <a:r>
              <a:rPr lang="en-US" sz="17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ECR</a:t>
            </a:r>
            <a:pPr algn="ctr" indent="0" marL="0">
              <a:buNone/>
            </a:pPr>
            <a:r>
              <a:rPr lang="en-US" sz="17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push  →  </a:t>
            </a:r>
            <a:pPr algn="ctr"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Definition</a:t>
            </a:r>
            <a:pPr algn="ctr" indent="0" marL="0">
              <a:buNone/>
            </a:pPr>
            <a:r>
              <a:rPr lang="en-US" sz="17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  →  </a:t>
            </a:r>
            <a:pPr algn="ctr"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ECS Service</a:t>
            </a:r>
            <a:pPr algn="ctr" indent="0" marL="0">
              <a:buNone/>
            </a:pPr>
            <a:r>
              <a:rPr lang="en-US" sz="170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롤링 배포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awsvpc 네트워크 모드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태스크마다 자체 ENI/IP, 보안그룹을 태스크 단위로 적용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롤링 배포: minimumHealthy 100% / maximum 200%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무중단 배포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컨테이너 헬스체크 + ALB /health 이중화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재배포 = push 후 update-service --force-new-deployment 한 줄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— TRAFFIC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ALB — WebSocket을 위한 설정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idle timeout 3600초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기본 60초면 게임 중 WebSocket이 끊김. 가장 중요한 한 줄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target-type: ip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awsvpc 모드 태스크의 ENI로 직접 라우팅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헬스체크: GET /health 30초 간격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healthy 2회 / unhealthy 3회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7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ws:// 업그레이드는 ALB가 네이티브 지원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572000"/>
            <a:ext cx="10972800" cy="1645920"/>
          </a:xfrm>
          <a:prstGeom prst="roundRect">
            <a:avLst>
              <a:gd name="adj" fmla="val 6667"/>
            </a:avLst>
          </a:prstGeom>
          <a:solidFill>
            <a:srgbClr val="11112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NLB가 아니라 ALB?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507492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L7 헬스체크(경로 기반)와 WebSocket 업그레이드 처리, 추후 경로 라우팅 확장성 — 이 규모에서는 ALB가 운영상 단순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— AUTO SCALING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 Auto Scaling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11112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서비스 레벨 (App Auto Scaling)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9377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ECS Service 태스크 수: 2 ~ 8개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CPU 70% 타깃 트래킹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scale-out 60s / scale-in 300s 쿨다운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5394960" cy="2194560"/>
          </a:xfrm>
          <a:prstGeom prst="roundRect">
            <a:avLst>
              <a:gd name="adj" fmla="val 5000"/>
            </a:avLst>
          </a:prstGeom>
          <a:solidFill>
            <a:srgbClr val="11112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인프라 레벨 (Capacity Provider)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4434840"/>
            <a:ext cx="49377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ASG: t3.small 2 ~ 4대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타깃 capacity 80% — 태스크가 못 들어가면 EC2 자동 증설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관리형 스케일링: ECS가 ASG를 직접 조정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309360" y="164592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11112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동작 흐름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148840"/>
            <a:ext cx="493776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트래픽 증가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태스크 CPU 70% 초과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태스크 증설 (서비스 레벨)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EC2에 빈 자리 부족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EC2 증설 (Capacity Provider)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반대로 한가하면 역순 축소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중에는 비용 절약을 위해 desired 0으로 내려두기도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— SECURITY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권한 설계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72800" cy="822960"/>
          </a:xfrm>
          <a:prstGeom prst="roundRect">
            <a:avLst>
              <a:gd name="adj" fmla="val 11111"/>
            </a:avLst>
          </a:prstGeom>
          <a:solidFill>
            <a:srgbClr val="11112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🔒 ALB-SG</a:t>
            </a:r>
            <a:pPr algn="ctr" indent="0" marL="0">
              <a:buNone/>
            </a:pPr>
            <a:r>
              <a:rPr lang="en-US" sz="17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(80←인터넷)  →  </a:t>
            </a:r>
            <a:pPr algn="ctr"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EC2-SG</a:t>
            </a:r>
            <a:pPr algn="ctr" indent="0" marL="0">
              <a:buNone/>
            </a:pPr>
            <a:r>
              <a:rPr lang="en-US" sz="17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(3001←ALB만)  →  </a:t>
            </a:r>
            <a:pPr algn="ctr" indent="0" marL="0">
              <a:buNone/>
            </a:pPr>
            <a:r>
              <a:rPr lang="en-US" sz="17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Redis-SG</a:t>
            </a:r>
            <a:pPr algn="ctr" indent="0" marL="0">
              <a:buNone/>
            </a:pPr>
            <a:r>
              <a:rPr lang="en-US" sz="17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(6379←EC2만)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그룹 참조 체인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IP가 아닌 SG 참조로 제한. Redis는 인터넷에서 도달 불가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IAM 역할 3종 분리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Task Role(S3 쓰기만) / Execution Role(ECR pull·로그) / Instance Role(ECS 등록)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IAM 사용자도 최소 권한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필요한 액션만 명시한 정책 파일을 관리하며 점진적으로 요청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CreateLoadBalancer의 숨은 의존 권한을 실패 → 분석 → 추가로 해결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— VERIFICATION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— "되는 것 같다"가 아니라 증명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단위/통합 테스트 44개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게임 엔진, Redis 타이머, WS 연결 종료 처리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로컬 E2E: 실제 브라우저 4개 자동 조작 → 풀 게임 완주 (Playwright)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프로덕션 E2E: ALB 경유 4클라이언트 → 멀티 태스크 분산 환경에서 쇼다운까지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6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ALB 헬스체크 OK · 타깃 2/2 healthy · 롤링 배포 무중단 확인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4480560"/>
            <a:ext cx="10972800" cy="1737360"/>
          </a:xfrm>
          <a:prstGeom prst="roundRect">
            <a:avLst>
              <a:gd name="adj" fmla="val 6316"/>
            </a:avLst>
          </a:prstGeom>
          <a:solidFill>
            <a:srgbClr val="1111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TDD로 잡은 실제 버그들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49834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베팅 라운드 종료 판정 누락(게임이 플랍을 못 봄) · 턴 타이머 TTL이 deadline과 동시 만료(auto-fold 불능) · 쇼다운 키커 무시(A페어=K페어 무승부) · 연결 끊김 시 유령 방 잔류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— DEMO (SCREENSHOTS)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플레이</a:t>
            </a:r>
            <a:endParaRPr lang="en-US" sz="3000" dirty="0"/>
          </a:p>
        </p:txBody>
      </p:sp>
      <p:pic>
        <p:nvPicPr>
          <p:cNvPr id="4" name="Image 0" descr="/home/dakori/github/cloud_holdem/docs/presentation/assets/lobb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394960" cy="4639666"/>
          </a:xfrm>
          <a:prstGeom prst="rect">
            <a:avLst/>
          </a:prstGeom>
        </p:spPr>
      </p:pic>
      <p:pic>
        <p:nvPicPr>
          <p:cNvPr id="5" name="Image 1" descr="/home/dakori/github/cloud_holdem/docs/presentation/assets/game-ta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5074920" cy="465370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8F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로비(방 생성/입장) → 4인 자동 시작 → 블라인드/베팅 → 쇼다운 → 칩 정산 후 다음 핸드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— LIVE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라이브 데모 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 탭 4개로 접속 (시크릿 창 혼용)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350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350008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탭1: 닉네임 입력 → 방 만들기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099816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99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09981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탭2~4: 같은 방 입장 → 5초 카운트다운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496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849624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베팅 한 바퀴 (콜/체크로 빠르게) → 플랍 공개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0080" y="4599432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599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599432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탭 하나 방치 → 20초 auto-fold 시연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349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34924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쇼다운 → 칩 정산 → 다음 핸드 자동 시작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766560" y="1600200"/>
            <a:ext cx="4846320" cy="4480560"/>
          </a:xfrm>
          <a:prstGeom prst="roundRect">
            <a:avLst>
              <a:gd name="adj" fmla="val 2449"/>
            </a:avLst>
          </a:prstGeom>
          <a:solidFill>
            <a:srgbClr val="11112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5160" y="1737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접속 주소 &amp; 체크리스트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95160" y="2103120"/>
            <a:ext cx="438912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http://holdem-client-026951011097.s3-website.ap-northeast-2.amazonaws.com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(백업: 로컬 데모 — localhost:5173)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전 체크리스트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ASG desired 2로 켜두기 (~5분)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ALB 헬스체크 green 확인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프론트 S3 배포 완료 확인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— COST &amp; LESSONS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비용과 배운 점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98320"/>
                <a:gridCol w="1798320"/>
                <a:gridCol w="1798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78BFA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리소스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78BFA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사양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78BFA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예상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EC2 (ECS 노드)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t3.small ×2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~$42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ElastiCache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cache.t3.micro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~$18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ALB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 LCU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~$17+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S3 / ECR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정적+이미지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~$1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7E9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 (EKS였다면 +$73)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2D3E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~$78</a:t>
                      </a:r>
                      <a:endParaRPr lang="en-US" sz="18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2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0" y="1737360"/>
            <a:ext cx="5212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5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Stateless + 외부 상태 저장소가 수평 확장의 열쇠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5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관리형 서비스 통합이 직접 조립보다 운영 부담↓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5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권한은 불편하지만 실패 메시지가 곧 문서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◆ </a:t>
            </a:r>
            <a:pPr indent="0" marL="0">
              <a:lnSpc>
                <a:spcPct val="145000"/>
              </a:lnSpc>
              <a:buNone/>
            </a:pPr>
            <a:r>
              <a:rPr lang="en-US" sz="155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 쓸 때 끄기(ASG 0) — 클라우드 비용은 습관</a:t>
            </a:r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400800" y="512064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7E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 🃏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2026-06-12T17:18:10Z</dcterms:created>
  <dcterms:modified xsi:type="dcterms:W3CDTF">2026-06-12T17:18:10Z</dcterms:modified>
</cp:coreProperties>
</file>